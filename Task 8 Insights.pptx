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4986-6BFA-B717-75F1-7C223BF7C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61547-0703-9E58-B537-3024451EE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62FE9-ACBB-C9C6-BFAC-97A04D42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5C02A-77B7-8097-C250-99552C34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7E769-B33E-CBAC-4904-6C5E7FF0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4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A5AA-47B1-DF6C-567F-A599B297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D31BE-80AB-032A-5B91-51F5AA60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89F3A-7CC5-10E1-2BF1-8D7689FE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51D10-2819-3858-DF9B-B9A31C25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A82C3-9034-7787-70A2-FA8B175E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EBEA-B01C-7633-979B-A79F3BFD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B75B1-D97E-E185-F8A7-938A4E729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367A-C935-63CD-798E-7F11989C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3DFF0-AB83-8812-234E-1E68236B3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E84B-C1D0-8A55-3810-765B07C9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3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8E1E-473F-9198-15C7-20D2BB24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6A780-2BC1-AE81-114A-EFA19EDCB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44E4A-1703-BA17-07DC-6ADA53975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FD64B-4900-3A36-1EDE-30B18D26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964B4-16D9-A554-E8C7-421FD3E6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2783C-DB70-0C61-2F15-FAE0027E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0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368B-FF6B-5EC3-AA92-2F46DBA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F97E4-59C2-D89D-829F-BD5CC9820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FEAA3-63B0-41D3-EDC7-A17F3DE3E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BAE23-6B63-E960-9B4D-29D969318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C6067-7789-3EEB-98D5-2DCE6822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203425-1411-4D57-41A4-E5E2684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32367-03AF-9B43-77E8-57A75C88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0741E-2CDA-B211-4FB8-F59E5624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243F-9283-8B64-3915-CEEF5E1E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C7B21-629E-C01C-A7AD-21FFBECE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082D6-487C-6A47-9EF7-8E844463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95BEE-0594-9D1B-93FF-1E9DF932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09567-DA3C-5E94-A99C-B63F8620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128E5-56CF-0879-983B-0521B91E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0900A-6266-AD77-D705-3B55A4AD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7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7E94-4E3B-A2F1-3F9F-89FB4839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662E-345A-ACCD-1F9F-FDA36AB5F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F8179-C52B-2869-816C-0A4375EFE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2CD46-33AB-05AD-80A1-59D75F4B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B528F-685E-69D3-BC5F-12CE80A8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4F987-487E-653D-4D86-F6A17960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6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EAE0-CF57-C9D9-344F-0D678679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F26FA-451B-523D-D9CE-ED602A9FE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700C5-2E62-DD2E-3F01-2B519DCD8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D16E4-D321-7272-76FB-A618CF4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1DF94-7404-238A-C8A9-4942B1C4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E157F-8FD7-C7D7-0BEF-FFF13D97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0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66FB-023A-B589-9F61-F6B112EA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FF0D6-4088-ECF3-D7E3-BC1A46098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1DB6D-C804-EBE1-A303-64C8C22E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F82F4-737E-335F-35EA-64C20B87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B901D-4742-526A-AFCD-7D5786F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6F200-DED7-26E7-C976-0E40AB108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604CA-7B55-2E52-ACE4-C35C6989E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734B3-8669-5349-CBCB-5F634636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BFCD6-13BD-C216-350D-FA0C4413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1D23-4CFA-1139-F399-D40BAA5F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3C5AC-5732-BF64-B735-30CC19BD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F1C97-6CF1-61F7-52A7-166F9EAF9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7DB0C-DDF1-4E3A-78A8-4FFE8F77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96B83-5A31-48A8-B11C-6FC9A4A2EDFA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1D447-9C1D-2C50-1C55-738C5C5FD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19640-9009-90C0-3BCD-5BF8A803F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B0587-18EB-46C5-AFD1-F7A33CC6E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2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D14FC8-A835-A47B-91F7-3BF5B45D4618}"/>
              </a:ext>
            </a:extLst>
          </p:cNvPr>
          <p:cNvSpPr txBox="1"/>
          <p:nvPr/>
        </p:nvSpPr>
        <p:spPr>
          <a:xfrm>
            <a:off x="385763" y="514350"/>
            <a:ext cx="11401425" cy="1865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Insights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Sales grew significantly by 47.16% compared to the previous year, reaching $2.33M1.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 West region achieved the highest sales, followed closely by the East region1.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Technology was the top-performing category, accounting for 36.1% of total sales1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6890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 mallick</dc:creator>
  <cp:lastModifiedBy>narayan mallick</cp:lastModifiedBy>
  <cp:revision>1</cp:revision>
  <dcterms:created xsi:type="dcterms:W3CDTF">2025-05-02T05:50:21Z</dcterms:created>
  <dcterms:modified xsi:type="dcterms:W3CDTF">2025-05-02T05:50:42Z</dcterms:modified>
</cp:coreProperties>
</file>